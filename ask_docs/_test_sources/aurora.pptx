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Aurora Photonics — Company Profile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Founded 2014 by Dr. Elena Voss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Facts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Headquarters: Geneva, Switzerland</a:t>
            </a:r>
          </a:p>
          <a:p>
            <a:r>
              <a:t>Employees: 847</a:t>
            </a:r>
          </a:p>
          <a:p>
            <a:r>
              <a:t>Patents: 127</a:t>
            </a:r>
          </a:p>
          <a:p>
            <a:r>
              <a:t>Flagship: Lumin-7 quantum sensor</a:t>
            </a:r>
          </a:p>
          <a:p>
            <a:r>
              <a:t>Revenue: $214 million in fiscal year 2024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